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A2A0F5-6FDD-4B5F-A9EE-75FA07E3B81F}" v="25" dt="2026-04-29T08:05:01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nay Hummatova" userId="f0b53ec6-6471-4373-aaf4-026831224095" providerId="ADAL" clId="{60BC0D0D-C0FC-4418-9185-B57B407CF6AE}"/>
    <pc:docChg chg="undo custSel addSld modSld">
      <pc:chgData name="Gunay Hummatova" userId="f0b53ec6-6471-4373-aaf4-026831224095" providerId="ADAL" clId="{60BC0D0D-C0FC-4418-9185-B57B407CF6AE}" dt="2026-04-29T08:05:25.475" v="310" actId="478"/>
      <pc:docMkLst>
        <pc:docMk/>
      </pc:docMkLst>
      <pc:sldChg chg="modSp mod">
        <pc:chgData name="Gunay Hummatova" userId="f0b53ec6-6471-4373-aaf4-026831224095" providerId="ADAL" clId="{60BC0D0D-C0FC-4418-9185-B57B407CF6AE}" dt="2026-04-29T07:49:43.818" v="46" actId="20577"/>
        <pc:sldMkLst>
          <pc:docMk/>
          <pc:sldMk cId="3419281507" sldId="257"/>
        </pc:sldMkLst>
        <pc:spChg chg="mod">
          <ac:chgData name="Gunay Hummatova" userId="f0b53ec6-6471-4373-aaf4-026831224095" providerId="ADAL" clId="{60BC0D0D-C0FC-4418-9185-B57B407CF6AE}" dt="2026-04-29T07:49:08.535" v="18" actId="20577"/>
          <ac:spMkLst>
            <pc:docMk/>
            <pc:sldMk cId="3419281507" sldId="257"/>
            <ac:spMk id="2" creationId="{42D636DB-FAE8-6CBF-1FBB-E553878F595C}"/>
          </ac:spMkLst>
        </pc:spChg>
        <pc:spChg chg="mod">
          <ac:chgData name="Gunay Hummatova" userId="f0b53ec6-6471-4373-aaf4-026831224095" providerId="ADAL" clId="{60BC0D0D-C0FC-4418-9185-B57B407CF6AE}" dt="2026-04-29T07:49:43.818" v="46" actId="20577"/>
          <ac:spMkLst>
            <pc:docMk/>
            <pc:sldMk cId="3419281507" sldId="257"/>
            <ac:spMk id="3" creationId="{15BB8929-5798-82F0-33C0-2D598BA615E6}"/>
          </ac:spMkLst>
        </pc:spChg>
      </pc:sldChg>
      <pc:sldChg chg="delSp modSp new mod">
        <pc:chgData name="Gunay Hummatova" userId="f0b53ec6-6471-4373-aaf4-026831224095" providerId="ADAL" clId="{60BC0D0D-C0FC-4418-9185-B57B407CF6AE}" dt="2026-04-29T07:50:07.939" v="49" actId="478"/>
        <pc:sldMkLst>
          <pc:docMk/>
          <pc:sldMk cId="541618649" sldId="258"/>
        </pc:sldMkLst>
        <pc:spChg chg="mod">
          <ac:chgData name="Gunay Hummatova" userId="f0b53ec6-6471-4373-aaf4-026831224095" providerId="ADAL" clId="{60BC0D0D-C0FC-4418-9185-B57B407CF6AE}" dt="2026-04-29T07:50:06.024" v="48"/>
          <ac:spMkLst>
            <pc:docMk/>
            <pc:sldMk cId="541618649" sldId="258"/>
            <ac:spMk id="2" creationId="{BB0B1043-FA44-0255-A663-C9D3BEEEBDE5}"/>
          </ac:spMkLst>
        </pc:spChg>
        <pc:spChg chg="del">
          <ac:chgData name="Gunay Hummatova" userId="f0b53ec6-6471-4373-aaf4-026831224095" providerId="ADAL" clId="{60BC0D0D-C0FC-4418-9185-B57B407CF6AE}" dt="2026-04-29T07:50:07.939" v="49" actId="478"/>
          <ac:spMkLst>
            <pc:docMk/>
            <pc:sldMk cId="541618649" sldId="258"/>
            <ac:spMk id="3" creationId="{C1E47DA5-1DB6-3004-DA7C-D8632AA89E51}"/>
          </ac:spMkLst>
        </pc:spChg>
      </pc:sldChg>
      <pc:sldChg chg="addSp modSp new mod setBg">
        <pc:chgData name="Gunay Hummatova" userId="f0b53ec6-6471-4373-aaf4-026831224095" providerId="ADAL" clId="{60BC0D0D-C0FC-4418-9185-B57B407CF6AE}" dt="2026-04-29T07:57:37.791" v="227" actId="26606"/>
        <pc:sldMkLst>
          <pc:docMk/>
          <pc:sldMk cId="797440791" sldId="259"/>
        </pc:sldMkLst>
        <pc:spChg chg="mod">
          <ac:chgData name="Gunay Hummatova" userId="f0b53ec6-6471-4373-aaf4-026831224095" providerId="ADAL" clId="{60BC0D0D-C0FC-4418-9185-B57B407CF6AE}" dt="2026-04-29T07:57:37.791" v="227" actId="26606"/>
          <ac:spMkLst>
            <pc:docMk/>
            <pc:sldMk cId="797440791" sldId="259"/>
            <ac:spMk id="2" creationId="{53D610B8-C5D3-9245-ECBC-124BF85D9928}"/>
          </ac:spMkLst>
        </pc:spChg>
        <pc:spChg chg="mod ord">
          <ac:chgData name="Gunay Hummatova" userId="f0b53ec6-6471-4373-aaf4-026831224095" providerId="ADAL" clId="{60BC0D0D-C0FC-4418-9185-B57B407CF6AE}" dt="2026-04-29T07:57:37.791" v="227" actId="26606"/>
          <ac:spMkLst>
            <pc:docMk/>
            <pc:sldMk cId="797440791" sldId="259"/>
            <ac:spMk id="3" creationId="{10929625-0A06-F013-5181-3ED83BCF671F}"/>
          </ac:spMkLst>
        </pc:spChg>
        <pc:spChg chg="add">
          <ac:chgData name="Gunay Hummatova" userId="f0b53ec6-6471-4373-aaf4-026831224095" providerId="ADAL" clId="{60BC0D0D-C0FC-4418-9185-B57B407CF6AE}" dt="2026-04-29T07:57:37.791" v="227" actId="26606"/>
          <ac:spMkLst>
            <pc:docMk/>
            <pc:sldMk cId="797440791" sldId="259"/>
            <ac:spMk id="9" creationId="{AD1BDCCC-E676-2A7E-BE11-2B8C23DB287F}"/>
          </ac:spMkLst>
        </pc:spChg>
        <pc:spChg chg="add">
          <ac:chgData name="Gunay Hummatova" userId="f0b53ec6-6471-4373-aaf4-026831224095" providerId="ADAL" clId="{60BC0D0D-C0FC-4418-9185-B57B407CF6AE}" dt="2026-04-29T07:57:37.791" v="227" actId="26606"/>
          <ac:spMkLst>
            <pc:docMk/>
            <pc:sldMk cId="797440791" sldId="259"/>
            <ac:spMk id="11" creationId="{781C97B1-8A09-6383-8C65-A3B73577816A}"/>
          </ac:spMkLst>
        </pc:spChg>
        <pc:picChg chg="add mod">
          <ac:chgData name="Gunay Hummatova" userId="f0b53ec6-6471-4373-aaf4-026831224095" providerId="ADAL" clId="{60BC0D0D-C0FC-4418-9185-B57B407CF6AE}" dt="2026-04-29T07:57:37.791" v="227" actId="26606"/>
          <ac:picMkLst>
            <pc:docMk/>
            <pc:sldMk cId="797440791" sldId="259"/>
            <ac:picMk id="4" creationId="{8128386B-383B-9B2B-0A76-1E49783CC842}"/>
          </ac:picMkLst>
        </pc:picChg>
      </pc:sldChg>
      <pc:sldChg chg="addSp delSp modSp new mod setBg">
        <pc:chgData name="Gunay Hummatova" userId="f0b53ec6-6471-4373-aaf4-026831224095" providerId="ADAL" clId="{60BC0D0D-C0FC-4418-9185-B57B407CF6AE}" dt="2026-04-29T08:05:11.385" v="300" actId="14100"/>
        <pc:sldMkLst>
          <pc:docMk/>
          <pc:sldMk cId="47288006" sldId="260"/>
        </pc:sldMkLst>
        <pc:spChg chg="del mod">
          <ac:chgData name="Gunay Hummatova" userId="f0b53ec6-6471-4373-aaf4-026831224095" providerId="ADAL" clId="{60BC0D0D-C0FC-4418-9185-B57B407CF6AE}" dt="2026-04-29T07:59:02.120" v="232" actId="26606"/>
          <ac:spMkLst>
            <pc:docMk/>
            <pc:sldMk cId="47288006" sldId="260"/>
            <ac:spMk id="2" creationId="{A2E22C03-6121-F7F0-DD70-826CD733ECCA}"/>
          </ac:spMkLst>
        </pc:spChg>
        <pc:spChg chg="del">
          <ac:chgData name="Gunay Hummatova" userId="f0b53ec6-6471-4373-aaf4-026831224095" providerId="ADAL" clId="{60BC0D0D-C0FC-4418-9185-B57B407CF6AE}" dt="2026-04-29T07:58:47.964" v="229"/>
          <ac:spMkLst>
            <pc:docMk/>
            <pc:sldMk cId="47288006" sldId="260"/>
            <ac:spMk id="3" creationId="{BFCCF257-0143-117D-D7C4-0806612AA319}"/>
          </ac:spMkLst>
        </pc:spChg>
        <pc:spChg chg="add del mod">
          <ac:chgData name="Gunay Hummatova" userId="f0b53ec6-6471-4373-aaf4-026831224095" providerId="ADAL" clId="{60BC0D0D-C0FC-4418-9185-B57B407CF6AE}" dt="2026-04-29T08:02:54.707" v="237" actId="22"/>
          <ac:spMkLst>
            <pc:docMk/>
            <pc:sldMk cId="47288006" sldId="260"/>
            <ac:spMk id="6" creationId="{744A486C-91B7-CFF3-39BA-982BDA5D4FBB}"/>
          </ac:spMkLst>
        </pc:spChg>
        <pc:spChg chg="add del">
          <ac:chgData name="Gunay Hummatova" userId="f0b53ec6-6471-4373-aaf4-026831224095" providerId="ADAL" clId="{60BC0D0D-C0FC-4418-9185-B57B407CF6AE}" dt="2026-04-29T07:59:02.110" v="231" actId="26606"/>
          <ac:spMkLst>
            <pc:docMk/>
            <pc:sldMk cId="47288006" sldId="260"/>
            <ac:spMk id="9" creationId="{774A975B-A886-5202-0489-6965514A0D14}"/>
          </ac:spMkLst>
        </pc:spChg>
        <pc:spChg chg="add del">
          <ac:chgData name="Gunay Hummatova" userId="f0b53ec6-6471-4373-aaf4-026831224095" providerId="ADAL" clId="{60BC0D0D-C0FC-4418-9185-B57B407CF6AE}" dt="2026-04-29T07:59:02.110" v="231" actId="26606"/>
          <ac:spMkLst>
            <pc:docMk/>
            <pc:sldMk cId="47288006" sldId="260"/>
            <ac:spMk id="11" creationId="{EA67E988-5919-57BB-C7DE-D3EAD38A3045}"/>
          </ac:spMkLst>
        </pc:spChg>
        <pc:spChg chg="add del">
          <ac:chgData name="Gunay Hummatova" userId="f0b53ec6-6471-4373-aaf4-026831224095" providerId="ADAL" clId="{60BC0D0D-C0FC-4418-9185-B57B407CF6AE}" dt="2026-04-29T07:59:02.110" v="231" actId="26606"/>
          <ac:spMkLst>
            <pc:docMk/>
            <pc:sldMk cId="47288006" sldId="260"/>
            <ac:spMk id="13" creationId="{5820888B-4EA5-E0E8-6D52-7733E1E77451}"/>
          </ac:spMkLst>
        </pc:spChg>
        <pc:spChg chg="add del">
          <ac:chgData name="Gunay Hummatova" userId="f0b53ec6-6471-4373-aaf4-026831224095" providerId="ADAL" clId="{60BC0D0D-C0FC-4418-9185-B57B407CF6AE}" dt="2026-04-29T07:59:02.110" v="231" actId="26606"/>
          <ac:spMkLst>
            <pc:docMk/>
            <pc:sldMk cId="47288006" sldId="260"/>
            <ac:spMk id="15" creationId="{06B5A8BF-0680-F9A7-27B1-3971EC934783}"/>
          </ac:spMkLst>
        </pc:spChg>
        <pc:spChg chg="add del">
          <ac:chgData name="Gunay Hummatova" userId="f0b53ec6-6471-4373-aaf4-026831224095" providerId="ADAL" clId="{60BC0D0D-C0FC-4418-9185-B57B407CF6AE}" dt="2026-04-29T08:03:37.350" v="244" actId="26606"/>
          <ac:spMkLst>
            <pc:docMk/>
            <pc:sldMk cId="47288006" sldId="260"/>
            <ac:spMk id="17" creationId="{E20BB609-EF92-42DB-836C-0699A590B5CF}"/>
          </ac:spMkLst>
        </pc:spChg>
        <pc:spChg chg="add mod">
          <ac:chgData name="Gunay Hummatova" userId="f0b53ec6-6471-4373-aaf4-026831224095" providerId="ADAL" clId="{60BC0D0D-C0FC-4418-9185-B57B407CF6AE}" dt="2026-04-29T08:05:11.385" v="300" actId="14100"/>
          <ac:spMkLst>
            <pc:docMk/>
            <pc:sldMk cId="47288006" sldId="260"/>
            <ac:spMk id="21" creationId="{24B91A2F-1B6E-3643-A2BF-F1068C76C75D}"/>
          </ac:spMkLst>
        </pc:spChg>
        <pc:spChg chg="add">
          <ac:chgData name="Gunay Hummatova" userId="f0b53ec6-6471-4373-aaf4-026831224095" providerId="ADAL" clId="{60BC0D0D-C0FC-4418-9185-B57B407CF6AE}" dt="2026-04-29T08:03:37.350" v="244" actId="26606"/>
          <ac:spMkLst>
            <pc:docMk/>
            <pc:sldMk cId="47288006" sldId="260"/>
            <ac:spMk id="24" creationId="{34C0330F-1D4F-4552-B799-615DD237B6DE}"/>
          </ac:spMkLst>
        </pc:spChg>
        <pc:spChg chg="add">
          <ac:chgData name="Gunay Hummatova" userId="f0b53ec6-6471-4373-aaf4-026831224095" providerId="ADAL" clId="{60BC0D0D-C0FC-4418-9185-B57B407CF6AE}" dt="2026-04-29T08:03:37.350" v="244" actId="26606"/>
          <ac:spMkLst>
            <pc:docMk/>
            <pc:sldMk cId="47288006" sldId="260"/>
            <ac:spMk id="26" creationId="{92BE0106-0C20-465B-A1BE-0BAC2737B1AD}"/>
          </ac:spMkLst>
        </pc:spChg>
        <pc:picChg chg="add del mod">
          <ac:chgData name="Gunay Hummatova" userId="f0b53ec6-6471-4373-aaf4-026831224095" providerId="ADAL" clId="{60BC0D0D-C0FC-4418-9185-B57B407CF6AE}" dt="2026-04-29T08:00:40.074" v="233" actId="478"/>
          <ac:picMkLst>
            <pc:docMk/>
            <pc:sldMk cId="47288006" sldId="260"/>
            <ac:picMk id="4" creationId="{711C0121-E229-1F70-CCE5-B81EDD98FBC3}"/>
          </ac:picMkLst>
        </pc:picChg>
        <pc:picChg chg="add mod ord">
          <ac:chgData name="Gunay Hummatova" userId="f0b53ec6-6471-4373-aaf4-026831224095" providerId="ADAL" clId="{60BC0D0D-C0FC-4418-9185-B57B407CF6AE}" dt="2026-04-29T08:03:37.350" v="244" actId="26606"/>
          <ac:picMkLst>
            <pc:docMk/>
            <pc:sldMk cId="47288006" sldId="260"/>
            <ac:picMk id="8" creationId="{76533BDE-6994-0205-9B24-5D9C92188531}"/>
          </ac:picMkLst>
        </pc:picChg>
      </pc:sldChg>
      <pc:sldChg chg="delSp modSp new mod">
        <pc:chgData name="Gunay Hummatova" userId="f0b53ec6-6471-4373-aaf4-026831224095" providerId="ADAL" clId="{60BC0D0D-C0FC-4418-9185-B57B407CF6AE}" dt="2026-04-29T08:05:25.475" v="310" actId="478"/>
        <pc:sldMkLst>
          <pc:docMk/>
          <pc:sldMk cId="3752179305" sldId="261"/>
        </pc:sldMkLst>
        <pc:spChg chg="mod">
          <ac:chgData name="Gunay Hummatova" userId="f0b53ec6-6471-4373-aaf4-026831224095" providerId="ADAL" clId="{60BC0D0D-C0FC-4418-9185-B57B407CF6AE}" dt="2026-04-29T08:05:22.785" v="309" actId="20577"/>
          <ac:spMkLst>
            <pc:docMk/>
            <pc:sldMk cId="3752179305" sldId="261"/>
            <ac:spMk id="2" creationId="{262DEE44-70DD-42F5-1855-F2979F170EA9}"/>
          </ac:spMkLst>
        </pc:spChg>
        <pc:spChg chg="del">
          <ac:chgData name="Gunay Hummatova" userId="f0b53ec6-6471-4373-aaf4-026831224095" providerId="ADAL" clId="{60BC0D0D-C0FC-4418-9185-B57B407CF6AE}" dt="2026-04-29T08:05:25.475" v="310" actId="478"/>
          <ac:spMkLst>
            <pc:docMk/>
            <pc:sldMk cId="3752179305" sldId="261"/>
            <ac:spMk id="3" creationId="{5F19B2DA-72A9-48AA-9142-B13F0E8EC9B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12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1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13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9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34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3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4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2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5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8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3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9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ghummatova@khazar.or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thon-language-advantages-applications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8DA2D1-15E0-1607-A6DD-89387527FB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3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01FE7-55F7-8668-9512-2494A8533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5829810" cy="3969960"/>
          </a:xfrm>
        </p:spPr>
        <p:txBody>
          <a:bodyPr anchor="t">
            <a:normAutofit/>
          </a:bodyPr>
          <a:lstStyle/>
          <a:p>
            <a:r>
              <a:rPr lang="en-GB" sz="6600" dirty="0"/>
              <a:t>Introduction to Python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6030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36DB-FAE8-6CBF-1FBB-E553878F5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/>
              <a:t>Ümumi məlumat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B8929-5798-82F0-33C0-2D598BA61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42067"/>
            <a:ext cx="11155680" cy="4203869"/>
          </a:xfrm>
        </p:spPr>
        <p:txBody>
          <a:bodyPr>
            <a:normAutofit/>
          </a:bodyPr>
          <a:lstStyle/>
          <a:p>
            <a:r>
              <a:rPr lang="az-Latn-AZ" dirty="0"/>
              <a:t>Hər həftənin çərşənbə günü təşkil olunacaq.</a:t>
            </a:r>
          </a:p>
          <a:p>
            <a:r>
              <a:rPr lang="az-Latn-AZ" dirty="0"/>
              <a:t>Hər dərsin strukturu təxminən eynidir, öncə nəzəri məlumat, sonra praktiki tətbiq paralel olaraq sizə tapşırıqlar yönləndiriləcək. </a:t>
            </a:r>
          </a:p>
          <a:p>
            <a:r>
              <a:rPr lang="az-Latn-AZ" dirty="0"/>
              <a:t>Ev tapşırıqlarını github hesabınıza yükləməyiniz və ya Teams qrupuna göndərməyiniz lazımdır.</a:t>
            </a:r>
          </a:p>
          <a:p>
            <a:r>
              <a:rPr lang="az-Latn-AZ" dirty="0"/>
              <a:t>Sertifikat, final layihəsi, qiymətləndirmə və digər motivasiya amilləri universitet tərəfindən qısa zamanda qərar verilərək sizinlə paylaşılacaq</a:t>
            </a:r>
          </a:p>
          <a:p>
            <a:r>
              <a:rPr lang="az-Latn-AZ" dirty="0"/>
              <a:t>Əsas məqsədiniz hər zaman öyrənmək olmalıdır.</a:t>
            </a:r>
            <a:endParaRPr lang="en-US" dirty="0"/>
          </a:p>
          <a:p>
            <a:r>
              <a:rPr lang="en-US" dirty="0"/>
              <a:t>D</a:t>
            </a:r>
            <a:r>
              <a:rPr lang="az-Latn-AZ" dirty="0"/>
              <a:t>ərs materiallarını həm mənim github hesabımda, həm də Teams-</a:t>
            </a:r>
            <a:r>
              <a:rPr lang="en-US" dirty="0"/>
              <a:t>&gt;</a:t>
            </a:r>
            <a:r>
              <a:rPr lang="az-Latn-AZ" dirty="0"/>
              <a:t>class materials hissəsində tapa bilərsiniz</a:t>
            </a:r>
          </a:p>
          <a:p>
            <a:r>
              <a:rPr lang="az-Latn-AZ" dirty="0"/>
              <a:t>Suallarınız yaranarsa Teams, </a:t>
            </a:r>
            <a:r>
              <a:rPr lang="en-US" dirty="0" err="1"/>
              <a:t>Whatsapp</a:t>
            </a:r>
            <a:r>
              <a:rPr lang="en-US" dirty="0"/>
              <a:t> </a:t>
            </a:r>
            <a:r>
              <a:rPr lang="en-US" dirty="0" err="1"/>
              <a:t>qruplar</a:t>
            </a:r>
            <a:r>
              <a:rPr lang="az-Latn-AZ" dirty="0"/>
              <a:t>ına, digərlərinin bilməyini istəmədiyniz məsələdirsə mənim e-poçtuma yaza bilərsiniz: </a:t>
            </a:r>
            <a:r>
              <a:rPr lang="az-Latn-AZ" dirty="0">
                <a:hlinkClick r:id="rId2"/>
              </a:rPr>
              <a:t>ghummatova</a:t>
            </a:r>
            <a:r>
              <a:rPr lang="en-US" dirty="0">
                <a:hlinkClick r:id="rId2"/>
              </a:rPr>
              <a:t>@khazar.org</a:t>
            </a:r>
            <a:endParaRPr lang="az-Latn-AZ" dirty="0"/>
          </a:p>
        </p:txBody>
      </p:sp>
    </p:spTree>
    <p:extLst>
      <p:ext uri="{BB962C8B-B14F-4D97-AF65-F5344CB8AC3E}">
        <p14:creationId xmlns:p14="http://schemas.microsoft.com/office/powerpoint/2010/main" val="3419281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1043-FA44-0255-A663-C9D3BEEE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/>
              <a:t>Sizlə tanış olaq</a:t>
            </a:r>
            <a:r>
              <a:rPr lang="az-Latn-AZ" dirty="0">
                <a:sym typeface="Wingdings" panose="05000000000000000000" pitchFamily="2" charset="2"/>
              </a:rPr>
              <a:t>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161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610B8-C5D3-9245-ECBC-124BF85D9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az-Latn-AZ" dirty="0"/>
              <a:t>Python ilə proqramlaşdırma</a:t>
            </a:r>
            <a:endParaRPr lang="en-GB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Top 10 Real-World Python Applications That You Should Know">
            <a:extLst>
              <a:ext uri="{FF2B5EF4-FFF2-40B4-BE49-F238E27FC236}">
                <a16:creationId xmlns:a16="http://schemas.microsoft.com/office/drawing/2014/main" id="{8128386B-383B-9B2B-0A76-1E49783CC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1" r="2715"/>
          <a:stretch>
            <a:fillRect/>
          </a:stretch>
        </p:blipFill>
        <p:spPr>
          <a:xfrm>
            <a:off x="517866" y="2299390"/>
            <a:ext cx="5578133" cy="40485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29625-0A06-F013-5181-3ED83BCF6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0528" y="2304288"/>
            <a:ext cx="5157216" cy="4050792"/>
          </a:xfrm>
        </p:spPr>
        <p:txBody>
          <a:bodyPr>
            <a:normAutofit/>
          </a:bodyPr>
          <a:lstStyle/>
          <a:p>
            <a:r>
              <a:rPr lang="en-GB" dirty="0" err="1"/>
              <a:t>Kompüterə</a:t>
            </a:r>
            <a:r>
              <a:rPr lang="en-GB" dirty="0"/>
              <a:t> </a:t>
            </a:r>
            <a:r>
              <a:rPr lang="en-GB" dirty="0" err="1"/>
              <a:t>nə</a:t>
            </a:r>
            <a:r>
              <a:rPr lang="en-GB" dirty="0"/>
              <a:t> </a:t>
            </a:r>
            <a:r>
              <a:rPr lang="en-GB" dirty="0" err="1"/>
              <a:t>etməsini</a:t>
            </a:r>
            <a:r>
              <a:rPr lang="en-GB" dirty="0"/>
              <a:t> </a:t>
            </a:r>
            <a:r>
              <a:rPr lang="en-GB" dirty="0" err="1"/>
              <a:t>addım-addım</a:t>
            </a:r>
            <a:r>
              <a:rPr lang="en-GB" dirty="0"/>
              <a:t> </a:t>
            </a:r>
            <a:r>
              <a:rPr lang="en-GB" dirty="0" err="1"/>
              <a:t>izah</a:t>
            </a:r>
            <a:r>
              <a:rPr lang="en-GB" dirty="0"/>
              <a:t> </a:t>
            </a:r>
            <a:r>
              <a:rPr lang="en-GB" dirty="0" err="1"/>
              <a:t>etmək</a:t>
            </a:r>
            <a:r>
              <a:rPr lang="en-GB" dirty="0"/>
              <a:t> </a:t>
            </a:r>
            <a:r>
              <a:rPr lang="en-GB" dirty="0" err="1"/>
              <a:t>prosesidir</a:t>
            </a:r>
            <a:r>
              <a:rPr lang="en-GB" dirty="0"/>
              <a:t>.</a:t>
            </a:r>
            <a:endParaRPr lang="az-Latn-AZ" dirty="0"/>
          </a:p>
          <a:p>
            <a:r>
              <a:rPr lang="az-Latn-AZ" dirty="0"/>
              <a:t>Niyə Python? – sadə sintaksis, zəngin kitabxana, böyük icma, pulsuz olması, e</a:t>
            </a:r>
            <a:r>
              <a:rPr lang="en-GB" dirty="0" err="1"/>
              <a:t>lmi</a:t>
            </a:r>
            <a:r>
              <a:rPr lang="en-GB" dirty="0"/>
              <a:t> </a:t>
            </a:r>
            <a:r>
              <a:rPr lang="en-GB" dirty="0" err="1"/>
              <a:t>hesablamalar</a:t>
            </a:r>
            <a:r>
              <a:rPr lang="az-Latn-AZ" dirty="0"/>
              <a:t> və s.</a:t>
            </a:r>
          </a:p>
          <a:p>
            <a:r>
              <a:rPr lang="az-Latn-AZ" dirty="0"/>
              <a:t>1991 — Guido van Rossum tərəfindən yaradılıb</a:t>
            </a:r>
          </a:p>
          <a:p>
            <a:r>
              <a:rPr lang="az-Latn-AZ" dirty="0"/>
              <a:t> 2008 — Python 3 buraxıldı</a:t>
            </a:r>
          </a:p>
          <a:p>
            <a:r>
              <a:rPr lang="az-Latn-AZ" dirty="0"/>
              <a:t>2024 — Stack Overflow sorğusunda 12 il üst-üstə ən çox sevilən dil</a:t>
            </a:r>
          </a:p>
          <a:p>
            <a:r>
              <a:rPr lang="az-Latn-AZ" dirty="0">
                <a:hlinkClick r:id="rId3"/>
              </a:rPr>
              <a:t>https://www.geeksforgeeks.org/python/python-language-advantages-applications/</a:t>
            </a:r>
            <a:endParaRPr lang="az-Latn-AZ" dirty="0"/>
          </a:p>
          <a:p>
            <a:endParaRPr lang="az-Latn-AZ" dirty="0"/>
          </a:p>
          <a:p>
            <a:pPr marL="0" indent="0">
              <a:buNone/>
            </a:pPr>
            <a:endParaRPr lang="az-Latn-AZ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7440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4B91A2F-1B6E-3643-A2BF-F1068C76C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092200"/>
            <a:ext cx="4672584" cy="3369733"/>
          </a:xfrm>
        </p:spPr>
        <p:txBody>
          <a:bodyPr>
            <a:normAutofit/>
          </a:bodyPr>
          <a:lstStyle/>
          <a:p>
            <a:r>
              <a:rPr lang="en-GB" dirty="0"/>
              <a:t>Python </a:t>
            </a:r>
            <a:r>
              <a:rPr lang="en-GB" dirty="0" err="1"/>
              <a:t>Əsasları</a:t>
            </a:r>
            <a:endParaRPr lang="az-Latn-AZ" dirty="0"/>
          </a:p>
          <a:p>
            <a:r>
              <a:rPr lang="en-GB" dirty="0"/>
              <a:t>Data </a:t>
            </a:r>
            <a:r>
              <a:rPr lang="en-GB" dirty="0" err="1"/>
              <a:t>Strukturları</a:t>
            </a:r>
            <a:endParaRPr lang="az-Latn-AZ" dirty="0"/>
          </a:p>
          <a:p>
            <a:r>
              <a:rPr lang="en-GB" dirty="0"/>
              <a:t>NumPy — </a:t>
            </a:r>
            <a:r>
              <a:rPr lang="en-GB" dirty="0" err="1"/>
              <a:t>Riyazi</a:t>
            </a:r>
            <a:r>
              <a:rPr lang="en-GB" dirty="0"/>
              <a:t> </a:t>
            </a:r>
            <a:r>
              <a:rPr lang="en-GB" dirty="0" err="1"/>
              <a:t>Hesablamalar</a:t>
            </a:r>
            <a:endParaRPr lang="az-Latn-AZ" dirty="0"/>
          </a:p>
          <a:p>
            <a:r>
              <a:rPr lang="en-GB" dirty="0"/>
              <a:t>Pandas — Data </a:t>
            </a:r>
            <a:r>
              <a:rPr lang="en-GB" dirty="0" err="1"/>
              <a:t>Manipulyasiyası</a:t>
            </a:r>
            <a:endParaRPr lang="az-Latn-AZ" dirty="0"/>
          </a:p>
          <a:p>
            <a:r>
              <a:rPr lang="en-GB" dirty="0"/>
              <a:t>Matplotlib / Seaborn — </a:t>
            </a:r>
            <a:r>
              <a:rPr lang="en-GB" dirty="0" err="1"/>
              <a:t>Vizualizasiya</a:t>
            </a:r>
            <a:endParaRPr lang="az-Latn-AZ" dirty="0"/>
          </a:p>
          <a:p>
            <a:r>
              <a:rPr lang="en-GB" dirty="0"/>
              <a:t>Scikit-learn — ML </a:t>
            </a:r>
            <a:r>
              <a:rPr lang="en-GB" dirty="0" err="1"/>
              <a:t>üçün</a:t>
            </a:r>
            <a:r>
              <a:rPr lang="en-GB" dirty="0"/>
              <a:t> </a:t>
            </a:r>
            <a:r>
              <a:rPr lang="en-GB" dirty="0" err="1"/>
              <a:t>Birbaşa</a:t>
            </a:r>
            <a:r>
              <a:rPr lang="en-GB" dirty="0"/>
              <a:t> </a:t>
            </a:r>
            <a:r>
              <a:rPr lang="en-GB" dirty="0" err="1"/>
              <a:t>Hazırlıq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6533BDE-6994-0205-9B24-5D9C921885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9118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8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EE44-70DD-42F5-1855-F2979F170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/>
              <a:t>Suallar?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217930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Bierstadt</vt:lpstr>
      <vt:lpstr>Neue Haas Grotesk Text Pro</vt:lpstr>
      <vt:lpstr>Wingdings</vt:lpstr>
      <vt:lpstr>GestaltVTI</vt:lpstr>
      <vt:lpstr>Introduction to Python</vt:lpstr>
      <vt:lpstr>Ümumi məlumat</vt:lpstr>
      <vt:lpstr>Sizlə tanış olaq</vt:lpstr>
      <vt:lpstr>Python ilə proqramlaşdırma</vt:lpstr>
      <vt:lpstr>PowerPoint Presentation</vt:lpstr>
      <vt:lpstr>Suallar?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Gunay Hummatova</dc:creator>
  <cp:lastModifiedBy>Gunay Hummatova</cp:lastModifiedBy>
  <cp:revision>1</cp:revision>
  <dcterms:created xsi:type="dcterms:W3CDTF">2026-04-29T07:46:46Z</dcterms:created>
  <dcterms:modified xsi:type="dcterms:W3CDTF">2026-04-29T08:05:29Z</dcterms:modified>
</cp:coreProperties>
</file>